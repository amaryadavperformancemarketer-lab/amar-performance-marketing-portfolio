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5029200" cy="50292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640080"/>
            <a:ext cx="3474720" cy="3474720"/>
          </a:xfrm>
          <a:prstGeom prst="ellipse">
            <a:avLst/>
          </a:prstGeom>
          <a:solidFill>
            <a:srgbClr val="0C1C35"/>
          </a:solidFill>
          <a:ln w="12700">
            <a:solidFill>
              <a:srgbClr val="0C1C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6400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5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AMAR YADAV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Executive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2304288"/>
            <a:ext cx="2423160" cy="438912"/>
          </a:xfrm>
          <a:prstGeom prst="roundRect">
            <a:avLst>
              <a:gd name="adj" fmla="val 14583"/>
            </a:avLst>
          </a:prstGeom>
          <a:solidFill>
            <a:srgbClr val="0369A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30428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2304288"/>
            <a:ext cx="2423160" cy="438912"/>
          </a:xfrm>
          <a:prstGeom prst="roundRect">
            <a:avLst>
              <a:gd name="adj" fmla="val 14583"/>
            </a:avLst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30428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2304288"/>
            <a:ext cx="2423160" cy="438912"/>
          </a:xfrm>
          <a:prstGeom prst="roundRect">
            <a:avLst>
              <a:gd name="adj" fmla="val 14583"/>
            </a:avLst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230428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45720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Data-Driven Campaigns  |  ROI Focused  |  Growth-Oriented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566160"/>
            <a:ext cx="2011680" cy="12344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566160"/>
            <a:ext cx="20116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657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11480" y="4233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Experience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87752" y="3566160"/>
            <a:ext cx="2011680" cy="12344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87752" y="3566160"/>
            <a:ext cx="20116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2587752" y="3657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587752" y="4233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Month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64024" y="3566160"/>
            <a:ext cx="2011680" cy="12344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64024" y="3566160"/>
            <a:ext cx="20116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3657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₹22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764024" y="4233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0296" y="3566160"/>
            <a:ext cx="2011680" cy="1234440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0296" y="3566160"/>
            <a:ext cx="20116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6940296" y="3657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940296" y="4233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892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campaigns that convert.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88720"/>
            <a:ext cx="3566160" cy="37033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356616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4+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20040" y="2359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Experience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52928"/>
            <a:ext cx="32918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529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Meta Ads &amp; Google Ads Specialist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310128"/>
            <a:ext cx="32918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101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Lead Generation Expert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67328"/>
            <a:ext cx="32918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67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Email Marketing &amp; Automation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224528"/>
            <a:ext cx="3291840" cy="38404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24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Data-Driven ROI Optimizer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0" y="123444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I Am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06240" y="1719072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a Performance Marketing Executive with 4+ years of experience in Social Media, Email Marketing, and Paid Advertising. I specialize in running and optimizing Meta Ads and Google Ads campaigns to generate high-quality leads and improve ROI using data-driven strategies.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06240" y="3611880"/>
            <a:ext cx="1481328" cy="123444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06240" y="367588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206240" y="425196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Month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88152" y="3611880"/>
            <a:ext cx="1481328" cy="123444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88152" y="367588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788152" y="425196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Per Lead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70064" y="3611880"/>
            <a:ext cx="1481328" cy="12344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70064" y="367588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70064" y="425196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SKILLS &amp; EXPERTISE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2011680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32688"/>
            <a:ext cx="2011680" cy="64008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0789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2336" y="15179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Ads (Search)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02336" y="1920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targeting, Smart Bidding, RSA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23160" y="932688"/>
            <a:ext cx="2011680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23160" y="932688"/>
            <a:ext cx="2011680" cy="64008"/>
          </a:xfrm>
          <a:prstGeom prst="rect">
            <a:avLst/>
          </a:prstGeom>
          <a:solidFill>
            <a:srgbClr val="1877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07899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51176" y="15179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Ads (FB &amp; Instagram)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551176" y="1920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 campaigns, retargeting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0" y="932688"/>
            <a:ext cx="2011680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932688"/>
            <a:ext cx="2011680" cy="64008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07899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0016" y="15179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Generation &amp; Funnel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700016" y="1920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forms, landing pages, funnels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720840" y="932688"/>
            <a:ext cx="2011680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932688"/>
            <a:ext cx="2011680" cy="6400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107899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856" y="15179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Retargeting &amp; Audiences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848856" y="1920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Lookalike, Interest-based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74320" y="2852928"/>
            <a:ext cx="2011680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74320" y="2852928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99923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" y="34381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Testing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02336" y="3840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Creatives, ad copy &amp; CTA testing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423160" y="2852928"/>
            <a:ext cx="2011680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423160" y="2852928"/>
            <a:ext cx="2011680" cy="64008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2999232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551176" y="34381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Marketing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2551176" y="3840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drip sequences, nurturing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572000" y="2852928"/>
            <a:ext cx="2011680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572000" y="2852928"/>
            <a:ext cx="2011680" cy="64008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2999232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700016" y="34381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 (Ad Creatives)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4700016" y="3840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ad design, static &amp; animated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6720840" y="2852928"/>
            <a:ext cx="2011680" cy="166420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720840" y="2852928"/>
            <a:ext cx="2011680" cy="64008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7144" y="2999232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848856" y="34381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&amp; Analytics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6848856" y="3840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data, performance tracking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LEAD GENERATION FUNNEL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turn Ad Clicks into Paying Customers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04672" y="1335024"/>
            <a:ext cx="640080" cy="475488"/>
          </a:xfrm>
          <a:prstGeom prst="ellipse">
            <a:avLst/>
          </a:prstGeom>
          <a:solidFill>
            <a:srgbClr val="0A1628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1609344" cy="242316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719072"/>
            <a:ext cx="16093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194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CLICK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" y="2633472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Google Ads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audience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9384" y="26746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335024"/>
            <a:ext cx="640080" cy="475488"/>
          </a:xfrm>
          <a:prstGeom prst="ellipse">
            <a:avLst/>
          </a:prstGeom>
          <a:solidFill>
            <a:srgbClr val="0A1628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33502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048256" y="1627632"/>
            <a:ext cx="1609344" cy="24231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048256" y="1719072"/>
            <a:ext cx="16093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48256" y="2194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PAGE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2633472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headline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&amp; interest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6746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61104" y="1335024"/>
            <a:ext cx="640080" cy="475488"/>
          </a:xfrm>
          <a:prstGeom prst="ellipse">
            <a:avLst/>
          </a:prstGeom>
          <a:solidFill>
            <a:srgbClr val="0A1628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1104" y="133502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76472" y="1627632"/>
            <a:ext cx="1609344" cy="242316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76472" y="1719072"/>
            <a:ext cx="16093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76472" y="2194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 FORM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31336" y="2633472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Phone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lead capture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85816" y="26746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1335024"/>
            <a:ext cx="640080" cy="475488"/>
          </a:xfrm>
          <a:prstGeom prst="ellipse">
            <a:avLst/>
          </a:prstGeom>
          <a:solidFill>
            <a:srgbClr val="0A1628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33502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04688" y="1627632"/>
            <a:ext cx="1609344" cy="2423160"/>
          </a:xfrm>
          <a:prstGeom prst="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04688" y="1719072"/>
            <a:ext cx="16093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04688" y="2194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59552" y="2633472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WhatsApp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Nurture the lead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14032" y="26746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17536" y="1335024"/>
            <a:ext cx="640080" cy="475488"/>
          </a:xfrm>
          <a:prstGeom prst="ellipse">
            <a:avLst/>
          </a:prstGeom>
          <a:solidFill>
            <a:srgbClr val="0A162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17536" y="1335024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32904" y="1627632"/>
            <a:ext cx="1609344" cy="242316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232904" y="1719072"/>
            <a:ext cx="16093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232904" y="2194560"/>
            <a:ext cx="1609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87768" y="2633472"/>
            <a:ext cx="14996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/ Sign-up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achieved 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187952"/>
            <a:ext cx="8503920" cy="74980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" y="4187952"/>
            <a:ext cx="850392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Performance Data: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" y="45354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CTR: 3.5% – 5%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06040" y="45354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Landing Page Conv: 10–12%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45354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Lead → Customer: 20–25%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12280" y="4535424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Optimized every stage to reduce drop-offs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TARGET AUDIENCE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15568"/>
            <a:ext cx="4114800" cy="37947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41148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070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Targeting Parameters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3840480" cy="4754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7922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29968" y="179222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45 Years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04288"/>
            <a:ext cx="3840480" cy="4754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3591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Location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29968" y="2359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Pune, Mumbai, Maharashtra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871216"/>
            <a:ext cx="3840480" cy="4754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Interests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29968" y="2926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Insurance, Finance, Investment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438144"/>
            <a:ext cx="3840480" cy="4754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4930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Devices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9968" y="34930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(70%) + Desktop (30%)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005072"/>
            <a:ext cx="3840480" cy="4754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0599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Schedule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29968" y="405993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AM – 9 PM (Peak Hours)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16128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Advanced Targeting Used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1664208"/>
            <a:ext cx="4160520" cy="713232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664208"/>
            <a:ext cx="73152" cy="7132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1773936"/>
            <a:ext cx="667512" cy="237744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8138160" y="1773936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64608" y="171907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Visitors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19933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30 days – users who visited site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505456"/>
            <a:ext cx="4160520" cy="713232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505456"/>
            <a:ext cx="73152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8138160" y="2615184"/>
            <a:ext cx="667512" cy="237744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8138160" y="2615184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64608" y="25603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Audience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4608" y="2834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FB/Instagram engagers (7–14 days)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9160" y="3346704"/>
            <a:ext cx="4160520" cy="713232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3346704"/>
            <a:ext cx="73152" cy="7132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8" name="Shape 36"/>
          <p:cNvSpPr/>
          <p:nvPr/>
        </p:nvSpPr>
        <p:spPr>
          <a:xfrm>
            <a:off x="8138160" y="3456432"/>
            <a:ext cx="667512" cy="237744"/>
          </a:xfrm>
          <a:prstGeom prst="roundRect">
            <a:avLst>
              <a:gd name="adj" fmla="val 15385"/>
            </a:avLst>
          </a:prstGeom>
          <a:solidFill>
            <a:srgbClr val="A855F7"/>
          </a:solidFill>
          <a:ln/>
        </p:spPr>
      </p:sp>
      <p:sp>
        <p:nvSpPr>
          <p:cNvPr id="39" name="Text 37"/>
          <p:cNvSpPr/>
          <p:nvPr/>
        </p:nvSpPr>
        <p:spPr>
          <a:xfrm>
            <a:off x="8138160" y="3456432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64608" y="3401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Lookalike Audience 1%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64608" y="367588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Best-match new prospects from customers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4187952"/>
            <a:ext cx="4160520" cy="713232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4187952"/>
            <a:ext cx="73152" cy="7132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4" name="Shape 42"/>
          <p:cNvSpPr/>
          <p:nvPr/>
        </p:nvSpPr>
        <p:spPr>
          <a:xfrm>
            <a:off x="8138160" y="4297680"/>
            <a:ext cx="667512" cy="237744"/>
          </a:xfrm>
          <a:prstGeom prst="roundRect">
            <a:avLst>
              <a:gd name="adj" fmla="val 15385"/>
            </a:avLst>
          </a:prstGeom>
          <a:solidFill>
            <a:srgbClr val="22C55E"/>
          </a:solidFill>
          <a:ln/>
        </p:spPr>
      </p:sp>
      <p:sp>
        <p:nvSpPr>
          <p:cNvPr id="45" name="Text 43"/>
          <p:cNvSpPr/>
          <p:nvPr/>
        </p:nvSpPr>
        <p:spPr>
          <a:xfrm>
            <a:off x="8138160" y="4297680"/>
            <a:ext cx="667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64608" y="42428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Retargeting Audience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64608" y="451713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Clicked ad but didn't fill the form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5047488"/>
            <a:ext cx="4160520" cy="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results: Retargeting + Lookalike Audience combined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ADS — LEAD GENERATION CAMPAIGN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3B599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70432"/>
            <a:ext cx="4160520" cy="37033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Details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(Insurance)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304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₹500/day (~₹15,000/month)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7797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552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32552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 + Retargeting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307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730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23444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 Campaign Results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2011680" cy="1389888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9659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75488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 30 Days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85432" y="1783080"/>
            <a:ext cx="2011680" cy="1389888"/>
          </a:xfrm>
          <a:prstGeom prst="rect">
            <a:avLst/>
          </a:prstGeom>
          <a:solidFill>
            <a:srgbClr val="1877F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85432" y="196596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3.8%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85432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291840"/>
            <a:ext cx="2011680" cy="1389888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34747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₹22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754880" y="4160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Lead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85432" y="3291840"/>
            <a:ext cx="2011680" cy="1389888"/>
          </a:xfrm>
          <a:prstGeom prst="rect">
            <a:avLst/>
          </a:prstGeom>
          <a:solidFill>
            <a:srgbClr val="A855F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85432" y="34747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12%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885432" y="4160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ADS CREATIVE SAMPLE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32688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15568"/>
            <a:ext cx="3886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3886200" cy="205740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389888"/>
            <a:ext cx="1600200" cy="1600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4630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🛡️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365760" y="3172968"/>
            <a:ext cx="3886200" cy="256032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1912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 Insurance Ads  ·  Sponsored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" y="345643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E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Affordable Insurance Today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" y="38404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family with plans starting from ₹499/month. Limited time offer!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4315968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1877F2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43159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170432"/>
            <a:ext cx="4251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Copy Breakdown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617720" y="1719072"/>
            <a:ext cx="64008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73736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73168" y="195681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Affordable Insurance Today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2286000"/>
            <a:ext cx="64008" cy="4572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230428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25237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family with plans from ₹499/month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2852928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287121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Button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73168" y="30906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Now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3419856"/>
            <a:ext cx="64008" cy="4572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34381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36576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25–45, Insurance &amp; Finance interests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3986784"/>
            <a:ext cx="64008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400507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73168" y="42245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— Instant Lead Form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4553712"/>
            <a:ext cx="64008" cy="45720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4572000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Format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73168" y="479145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 + Lead Form (Mobile optimized)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ADS — SEARCH CAMPAIGN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70432"/>
            <a:ext cx="4160520" cy="37033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98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C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 Strategy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Lead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2304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Insurance-related (Exact + Phrase)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7797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Conversions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552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Type: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32552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Search Ads (RSA)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30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3730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Pune, Mumbai, Maharashtra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Schedule: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4206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— 9 AM to 9 PM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23444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2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Campaign Results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2011680" cy="1389888"/>
          </a:xfrm>
          <a:prstGeom prst="rect">
            <a:avLst/>
          </a:prstGeom>
          <a:solidFill>
            <a:srgbClr val="1A73E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94767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2679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Month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85432" y="1783080"/>
            <a:ext cx="2011680" cy="1389888"/>
          </a:xfrm>
          <a:prstGeom prst="rect">
            <a:avLst/>
          </a:prstGeom>
          <a:solidFill>
            <a:srgbClr val="34A85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85432" y="194767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5.2%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885432" y="2679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291840"/>
            <a:ext cx="2011680" cy="1389888"/>
          </a:xfrm>
          <a:prstGeom prst="rect">
            <a:avLst/>
          </a:prstGeom>
          <a:solidFill>
            <a:srgbClr val="FBBC0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34564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₹11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4754880" y="4187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Click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85432" y="3291840"/>
            <a:ext cx="2011680" cy="1389888"/>
          </a:xfrm>
          <a:prstGeom prst="rect">
            <a:avLst/>
          </a:prstGeom>
          <a:solidFill>
            <a:srgbClr val="EA43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85432" y="34564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885432" y="41879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FFFDE7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75488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Ad:  Insurance Plans from ₹499  |  "Best Insurance Plans Pune"  |  Apply in 2 Minutes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CAMPAIGN OPTIMIZATION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4251960" cy="175564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25196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52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A/B Testing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Tested 3 creatives — image, video, carousel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Best creative achieved 2x better CTR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Winning ad scaled with more budget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Tested 5 headline + CTA combinations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6592" y="1143000"/>
            <a:ext cx="4251960" cy="175564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143000"/>
            <a:ext cx="42519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4901184" y="12527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CTR Optimization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CTR improved from 3.1% → 3.8% (+15%)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01184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Rewrote ad headlines 4 times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01184" y="2258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Added urgency &amp; power words in copy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1184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Mobile-first creative strategy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044952"/>
            <a:ext cx="4251960" cy="175564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44952"/>
            <a:ext cx="425196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Audience Refinement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Reduced CPL from ₹28 → ₹22 (~20%)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Removed low-performing age brackets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Narrowed interests for higher relevance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" y="4443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Scaled Lookalike from 2% to 1%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36592" y="3044952"/>
            <a:ext cx="4251960" cy="1755648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3044952"/>
            <a:ext cx="42519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901184" y="3154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 Retargeting &amp; Scale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01184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Retargeted form-abandoners Day 1/3/7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01184" y="3877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Used social proof in retargeting ads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01184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Removed low-performing ads weekly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01184" y="44439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Scaled winners with 20% more budget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828032"/>
            <a:ext cx="205740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8280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3.1% → 3.8%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50592" y="4828032"/>
            <a:ext cx="205740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2450592" y="48280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CPL: ₹28 → ₹22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26864" y="4828032"/>
            <a:ext cx="2057400" cy="2743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8" name="Text 36"/>
          <p:cNvSpPr/>
          <p:nvPr/>
        </p:nvSpPr>
        <p:spPr>
          <a:xfrm>
            <a:off x="4626864" y="48280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Conv: 5% → 12%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03136" y="4828032"/>
            <a:ext cx="20574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803136" y="48280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Creatives Tested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MARKETING CAMPAIGN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39319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3931920" cy="530352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704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CAMPAIGN UPDATE — Insurance Offer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E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[First Name],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an exclusive offer just for you!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30% off on your first insurance plan today. Don't miss this limited time deal — click below to learn more.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29718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A73E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Offer Now 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56432"/>
            <a:ext cx="3840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3529584"/>
            <a:ext cx="3749040" cy="27432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11480" y="3529584"/>
            <a:ext cx="54864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5295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 Welcome Email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849624"/>
            <a:ext cx="3749040" cy="27432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11480" y="3849624"/>
            <a:ext cx="54864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849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3:  Value Content 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169664"/>
            <a:ext cx="3749040" cy="27432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11480" y="4169664"/>
            <a:ext cx="54864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7:  Exclusive Offer + CTA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489704"/>
            <a:ext cx="3749040" cy="274320"/>
          </a:xfrm>
          <a:prstGeom prst="rect">
            <a:avLst/>
          </a:prstGeom>
          <a:solidFill>
            <a:srgbClr val="F8FA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" y="4489704"/>
            <a:ext cx="54864" cy="2743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44897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14:  Follow-up Reminder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117043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Campaign Performance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0" y="1737360"/>
            <a:ext cx="4297680" cy="950976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737360"/>
            <a:ext cx="73152" cy="9509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8105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20%+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199632" y="18105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 Open Rate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54880" y="23042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industry average of 15%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816352"/>
            <a:ext cx="4297680" cy="950976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2816352"/>
            <a:ext cx="73152" cy="9509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8895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10-15%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99632" y="28895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 Improvement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3383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subject lines &amp; CTAs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3895344"/>
            <a:ext cx="4297680" cy="950976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895344"/>
            <a:ext cx="73152" cy="9509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968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4-Step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199632" y="3968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Drip Sequence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4462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follow-ups for nurturing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0" y="49834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Improved engagement and lead nurturing across all campaigns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KEY ACHIEVEMENTS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15568"/>
            <a:ext cx="2011680" cy="173736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070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27432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Leads / Month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2606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monthly pipeline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450592" y="1115568"/>
            <a:ext cx="2011680" cy="1737360"/>
          </a:xfrm>
          <a:prstGeom prst="rect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20700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0592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2450592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CPL Reduced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450592" y="2606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₹28 down to ₹22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626864" y="1115568"/>
            <a:ext cx="2011680" cy="1737360"/>
          </a:xfrm>
          <a:prstGeom prst="rect">
            <a:avLst/>
          </a:prstGeom>
          <a:solidFill>
            <a:srgbClr val="A855F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20700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26864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15%+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4626864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CTR Improved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626864" y="2606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→ 3.8% via creative testing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803136" y="1115568"/>
            <a:ext cx="2011680" cy="17373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120700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03136" y="17373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20%+</a:t>
            </a:r>
            <a:endParaRPr lang="en-US" sz="3600" dirty="0"/>
          </a:p>
        </p:txBody>
      </p:sp>
      <p:sp>
        <p:nvSpPr>
          <p:cNvPr id="23" name="Text 17"/>
          <p:cNvSpPr/>
          <p:nvPr/>
        </p:nvSpPr>
        <p:spPr>
          <a:xfrm>
            <a:off x="6803136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Engagement Up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03136" y="26060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opens &amp; page interactions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274320" y="3035808"/>
            <a:ext cx="8595360" cy="420624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74320" y="3035808"/>
            <a:ext cx="73152" cy="420624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7" name="Shape 21"/>
          <p:cNvSpPr/>
          <p:nvPr/>
        </p:nvSpPr>
        <p:spPr>
          <a:xfrm>
            <a:off x="438912" y="3090672"/>
            <a:ext cx="1051560" cy="292608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28" name="Text 22"/>
          <p:cNvSpPr/>
          <p:nvPr/>
        </p:nvSpPr>
        <p:spPr>
          <a:xfrm>
            <a:off x="438912" y="3090672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Ads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600200" y="3090672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48 leads in 30 days at ₹22 CPL with 12% conversion rate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274320" y="3529584"/>
            <a:ext cx="8595360" cy="420624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74320" y="3529584"/>
            <a:ext cx="73152" cy="420624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2" name="Shape 26"/>
          <p:cNvSpPr/>
          <p:nvPr/>
        </p:nvSpPr>
        <p:spPr>
          <a:xfrm>
            <a:off x="438912" y="3584448"/>
            <a:ext cx="1051560" cy="292608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3" name="Text 27"/>
          <p:cNvSpPr/>
          <p:nvPr/>
        </p:nvSpPr>
        <p:spPr>
          <a:xfrm>
            <a:off x="438912" y="3584448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600200" y="3584448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5.2% CTR and ₹11 CPC on insurance search campaigns in Pune &amp; Mumbai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274320" y="4023360"/>
            <a:ext cx="8595360" cy="420624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274320" y="4023360"/>
            <a:ext cx="73152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Shape 31"/>
          <p:cNvSpPr/>
          <p:nvPr/>
        </p:nvSpPr>
        <p:spPr>
          <a:xfrm>
            <a:off x="438912" y="4078224"/>
            <a:ext cx="1051560" cy="2926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8" name="Text 32"/>
          <p:cNvSpPr/>
          <p:nvPr/>
        </p:nvSpPr>
        <p:spPr>
          <a:xfrm>
            <a:off x="438912" y="4078224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Testing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1600200" y="4078224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3 creatives — winning variant improved CTR by 15% and reduced CPL by 20%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274320" y="4517136"/>
            <a:ext cx="8595360" cy="420624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274320" y="4517136"/>
            <a:ext cx="73152" cy="42062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Shape 36"/>
          <p:cNvSpPr/>
          <p:nvPr/>
        </p:nvSpPr>
        <p:spPr>
          <a:xfrm>
            <a:off x="438912" y="4572000"/>
            <a:ext cx="105156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3" name="Text 37"/>
          <p:cNvSpPr/>
          <p:nvPr/>
        </p:nvSpPr>
        <p:spPr>
          <a:xfrm>
            <a:off x="438912" y="4572000"/>
            <a:ext cx="1051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Retargeting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1600200" y="45720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strategy pushed conversion rate from 5% to 12% — 140% improvement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286000"/>
            <a:ext cx="4114800" cy="4114800"/>
          </a:xfrm>
          <a:prstGeom prst="ellipse">
            <a:avLst/>
          </a:prstGeom>
          <a:solidFill>
            <a:srgbClr val="0C1C35"/>
          </a:solidFill>
          <a:ln w="12700">
            <a:solidFill>
              <a:srgbClr val="0C1C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47472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Amar Yadav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Executive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4114800" cy="4572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63347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57860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+91-7057779281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4107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35584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amaryadav.performancemarketer@gmail.com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257800" y="1188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257800" y="1664208"/>
            <a:ext cx="3611880" cy="420624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57800" y="1664208"/>
            <a:ext cx="54864" cy="42062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2"/>
          <p:cNvSpPr/>
          <p:nvPr/>
        </p:nvSpPr>
        <p:spPr>
          <a:xfrm>
            <a:off x="5422392" y="1664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(Search Campaigns)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257800" y="2176272"/>
            <a:ext cx="3611880" cy="420624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57800" y="2176272"/>
            <a:ext cx="54864" cy="420624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9" name="Text 15"/>
          <p:cNvSpPr/>
          <p:nvPr/>
        </p:nvSpPr>
        <p:spPr>
          <a:xfrm>
            <a:off x="5422392" y="217627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Facebook &amp; Instagram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257800" y="2688336"/>
            <a:ext cx="3611880" cy="420624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257800" y="2688336"/>
            <a:ext cx="54864" cy="42062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18"/>
          <p:cNvSpPr/>
          <p:nvPr/>
        </p:nvSpPr>
        <p:spPr>
          <a:xfrm>
            <a:off x="5422392" y="268833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&amp; Funnel Strategy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257800" y="3200400"/>
            <a:ext cx="3611880" cy="420624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257800" y="3200400"/>
            <a:ext cx="54864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Text 21"/>
          <p:cNvSpPr/>
          <p:nvPr/>
        </p:nvSpPr>
        <p:spPr>
          <a:xfrm>
            <a:off x="5422392" y="3200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&amp; Lookalike Audiences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257800" y="3712464"/>
            <a:ext cx="3611880" cy="420624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257800" y="3712464"/>
            <a:ext cx="54864" cy="4206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4"/>
          <p:cNvSpPr/>
          <p:nvPr/>
        </p:nvSpPr>
        <p:spPr>
          <a:xfrm>
            <a:off x="5422392" y="371246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&amp; Drip Sequences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257800" y="4224528"/>
            <a:ext cx="3611880" cy="420624"/>
          </a:xfrm>
          <a:prstGeom prst="rect">
            <a:avLst/>
          </a:prstGeom>
          <a:solidFill>
            <a:srgbClr val="11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5257800" y="4224528"/>
            <a:ext cx="54864" cy="42062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1" name="Text 27"/>
          <p:cNvSpPr/>
          <p:nvPr/>
        </p:nvSpPr>
        <p:spPr>
          <a:xfrm>
            <a:off x="5422392" y="422452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&amp; Campaign Analytics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365760" y="47548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campaigns that convert. 🚀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Marketing Portfolio – Amar Yadav</dc:title>
  <dc:subject>PptxGenJS Presentation</dc:subject>
  <dc:creator>Amar Yadav</dc:creator>
  <cp:lastModifiedBy>Amar Yadav</cp:lastModifiedBy>
  <cp:revision>1</cp:revision>
  <dcterms:created xsi:type="dcterms:W3CDTF">2026-04-04T09:36:43Z</dcterms:created>
  <dcterms:modified xsi:type="dcterms:W3CDTF">2026-04-04T09:36:43Z</dcterms:modified>
</cp:coreProperties>
</file>